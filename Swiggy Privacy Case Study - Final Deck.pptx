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Mock 12-week trend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ICCR (North Star)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12</c:v>
                </c:pt>
                <c:pt idx="6">
                  <c:v>15</c:v>
                </c:pt>
                <c:pt idx="7">
                  <c:v>18</c:v>
                </c:pt>
                <c:pt idx="8">
                  <c:v>20</c:v>
                </c:pt>
                <c:pt idx="9">
                  <c:v>22</c:v>
                </c:pt>
                <c:pt idx="10">
                  <c:v>24</c:v>
                </c:pt>
                <c:pt idx="11">
                  <c:v>25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Connection opt-in rate</c:v>
                </c:pt>
              </c:strCache>
            </c:strRef>
          </c:tx>
          <c:spPr>
            <a:solidFill>
              <a:srgbClr val="7F77DD"/>
            </a:solidFill>
            <a:ln w="31750" cap="flat">
              <a:solidFill>
                <a:srgbClr val="7F77D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F77DD"/>
              </a:solidFill>
              <a:ln w="9525" cap="flat">
                <a:solidFill>
                  <a:srgbClr val="7F77D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58</c:v>
                </c:pt>
                <c:pt idx="1">
                  <c:v>60</c:v>
                </c:pt>
                <c:pt idx="2">
                  <c:v>57</c:v>
                </c:pt>
                <c:pt idx="3">
                  <c:v>61</c:v>
                </c:pt>
                <c:pt idx="4">
                  <c:v>59</c:v>
                </c:pt>
                <c:pt idx="5">
                  <c:v>62</c:v>
                </c:pt>
                <c:pt idx="6">
                  <c:v>60</c:v>
                </c:pt>
                <c:pt idx="7">
                  <c:v>63</c:v>
                </c:pt>
                <c:pt idx="8">
                  <c:v>61</c:v>
                </c:pt>
                <c:pt idx="9">
                  <c:v>64</c:v>
                </c:pt>
                <c:pt idx="10">
                  <c:v>62</c:v>
                </c:pt>
                <c:pt idx="11">
                  <c:v>63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tension directly: Swiggy's convenience depends on data that DPDP now regulates. This deck walks through one product's answer to that tension — using Swiggy's address and location data practices as the working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stats do the work here: urgency (deadline), a concrete legal benchmark (3-year ceiling), and the current gap (zero controls). If pressed on scope: this is one representative problem, not the only one — chosen because it's tractable and DPDP-relevant.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design hinges on this split. Ananya is the persona every applicant designs for because she's articulate — but Ravi is the majority, and a solution that only serves Ananya looks compliant without changing much for most real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top 3 gaps are shown — the full gap analysis covers six items across the user journey, available in the appendix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is one system, not three competing options. Layer 1 without layer 3 is transparency theater; layer 3 without layer 1 is invisible and undemonstrable.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Pause on step 3 — this is the one moment an interviewer is most likely to probe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ICCR is the North Star because it's the one number where a regulator's question and a user's question have the same answer. All figures are mocked for this case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top risks share a trait: high probability AND hard to reverse. That's why they outrank things like support-ticket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reframe: this was never just a compliance checklist — the same fix that satisfies DPDP is the one that rebuilds user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291840"/>
            <a:ext cx="2926080" cy="29260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194560"/>
            <a:ext cx="1828800" cy="18288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CASE STUDY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by 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DPDP-aligned privacy and data framework for Swiggy's cross-app ecosystem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PM Internship 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retains address and location data indefinitely under one bundled consent that spans order fulfillment, cross-app personalization, and AI features — leaving users with no visibility or control, and the business exposed ahead of DPDP's substantive-compliance deadline.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6F5F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months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DPDP's substantive obligations become enforceable (May 2027)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7432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6F5F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years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retention ceiling for large e-commerce platforms, per DPDP's Third Schedule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7432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6F5F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controls for cross-app data sharing today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we're designing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E6F5F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Ananya, 26 — Product Marketer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Privacy-aware, but doesn't read policies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act if a control is easy to find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vocal, engaged minority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1EFE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Ravi, 34 — Small Business Owner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8745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“Allow” and “Agree” without reading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never open a settings screen unprompted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silent majority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default protection for Ravi. Design visible control for Ananya.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broken today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377440"/>
        </p:xfrm>
        <a:graphic>
          <a:graphicData uri="http://schemas.openxmlformats.org/drawingml/2006/table">
            <a:tbl>
              <a:tblPr/>
              <a:tblGrid>
                <a:gridCol w="3474720"/>
                <a:gridCol w="2743200"/>
                <a:gridCol w="18288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principle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cross-app data reuse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 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erasure confirmation on deletion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Erasure &amp; transparency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Indefinite address &amp; location retention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54F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consent and retention were designed for checkout speed, never re-architected for purpose-bound data lifecycle.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three layers, one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1887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consent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at the moment a new app wants to connect — not buried in a signup checkbox.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center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2743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see, manage, and disconnect shared data — anytime, not just at signup.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0850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4747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 retention engine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3886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backend that auto-expires data and enforces DPDP's 3-year ceiling for every user, including those who never look.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the happy path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63040" y="2148840"/>
            <a:ext cx="1783080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03320" y="2148840"/>
            <a:ext cx="1783080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148840"/>
            <a:ext cx="1783080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Instamart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consent prompt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1828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Connect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2668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23760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anytime in Settings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at step 3 still leaves Instamart fully usable — standalone, with no shared data. A real choice, not a forced one.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that matter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0515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6F5F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0936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ICCR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3093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to 35–40% by month 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65176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1EFE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activation held within 8% of baseline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&amp; top risks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Dogfooding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9184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756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testing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9184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426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(5%, one city)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26426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55264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95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rollout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32095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76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91840" y="3776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150876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CEBEB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56362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engine bug causes irreversible over-deletion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CEBEB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34086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the May 2027 compliance deadline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37760" y="306324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CEBEB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11810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activation drop doesn't recover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3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560320" cy="256032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and trust are the same design problem.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90-day: consent live everywhere  ·  6-month: retention engine complete, DPDP-ready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Consent by Design — Swiggy Privacy Case Study</dc:title>
  <dc:subject>PptxGenJS Presentation</dc:subject>
  <dc:creator>PM Case Study</dc:creator>
  <cp:lastModifiedBy>PM Case Study</cp:lastModifiedBy>
  <cp:revision>1</cp:revision>
  <dcterms:created xsi:type="dcterms:W3CDTF">2026-07-05T15:51:13Z</dcterms:created>
  <dcterms:modified xsi:type="dcterms:W3CDTF">2026-07-05T15:51:13Z</dcterms:modified>
</cp:coreProperties>
</file>